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82296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2E255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HACKATHON PRESENTATION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SchemeMatch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2423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AI-Powered, Conflict-Aware Government Scholarship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Platform for Indian Students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337560"/>
            <a:ext cx="1783080" cy="411480"/>
          </a:xfrm>
          <a:prstGeom prst="roundRect">
            <a:avLst>
              <a:gd name="adj" fmla="val 22222"/>
            </a:avLst>
          </a:prstGeom>
          <a:solidFill>
            <a:srgbClr val="2E2559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Profile Extraction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3337560"/>
            <a:ext cx="1783080" cy="411480"/>
          </a:xfrm>
          <a:prstGeom prst="roundRect">
            <a:avLst>
              <a:gd name="adj" fmla="val 22222"/>
            </a:avLst>
          </a:prstGeom>
          <a:solidFill>
            <a:srgbClr val="16364D"/>
          </a:solidFill>
          <a:ln w="6350">
            <a:solidFill>
              <a:srgbClr val="7DD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&lt;50ms Evaluation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3337560"/>
            <a:ext cx="1783080" cy="411480"/>
          </a:xfrm>
          <a:prstGeom prst="roundRect">
            <a:avLst>
              <a:gd name="adj" fmla="val 22222"/>
            </a:avLst>
          </a:prstGeom>
          <a:solidFill>
            <a:srgbClr val="14382E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MWIS Conflict Graph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37960" y="3337560"/>
            <a:ext cx="1783080" cy="411480"/>
          </a:xfrm>
          <a:prstGeom prst="roundRect">
            <a:avLst>
              <a:gd name="adj" fmla="val 22222"/>
            </a:avLst>
          </a:prstGeom>
          <a:solidFill>
            <a:srgbClr val="382D18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Offline-First 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Nadu Welfare Schemes Focus · 30+ Catalogued Schemes · Full-Stack Node.js &amp; Mongo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Deserving Students Lose Financial Aid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271B42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34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₹1,200 Cr+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017520" y="12344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state &amp; central government scholarships go UNCLAIMED or REJECTED every year.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struggle not from lack of intent, but because navigating disparate government portals is complex, fragmented, and prone to costly policy mistakes.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D1A3E"/>
          </a:solidFill>
          <a:ln w="12700">
            <a:solidFill>
              <a:srgbClr val="3B37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 15+ Overlapping Portals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Nadu runs 15+ welfare schemes across ADW, BC/MBC Welfare, Pudhumai Penn, 7.5% Quota — each with isolated portals, fragmented dates, and conflicting definitions of income.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24028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D1A3E"/>
          </a:solidFill>
          <a:ln w="12700">
            <a:solidFill>
              <a:srgbClr val="3B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Information &amp; Gazette Overload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88036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cannot parse 15 separate 40-page government gazettes. Most apply to the first scheme they hear about — often claiming ₹4,000 when eligible for ₹40,000+ in aid.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24028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D1A3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The Double-Dipping Conflict Trap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288036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&amp; state rules strictly prohibit receiving multiple benefits for the same expense line. Overlapping applications result in BOTH being canceled by the validation authority.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2D2A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SchemeMatch — AI-Powered Conflict-Aware Scholarship Optimizer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773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SchemeMatch — An Algorithmic Scholarship Counselor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7233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80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Conversational AI Onboarding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describe their situation naturally (e.g., "BC girl student from govt school studying engineering, income 1.5L"). OpenRouter LLM extracts 10+ profile attributes with smart regex fallback.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143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9273D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280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30+ Audited Scheme Rule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Tamil Nadu + 11 National scholarships modeled as strict, deterministic boolean logic functions. Rule-based evaluation guarantees zero AI hallucination in legal qualification checks.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0" y="1143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A293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280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Conflict-Aware Optimization Engine (MWIS)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17830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scholarships as a Weighted Conflict Graph where edges represent mutual exclusivity. Uses Maximum Weight Independent Set (MWIS) via bitmask evaluation (&lt;50ms) to compute the legally maximal financial bundle.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7680960" cy="1051560"/>
          </a:xfrm>
          <a:prstGeom prst="roundRect">
            <a:avLst>
              <a:gd name="adj" fmla="val 8696"/>
            </a:avLst>
          </a:prstGeom>
          <a:solidFill>
            <a:srgbClr val="1D1A3E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11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Execution (&lt;50ms)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8214C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31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Natural Language Input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77440" y="3931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8214C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3931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Profile Extraction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3931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8214C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3931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30+ eligFn() Gates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03520" y="3931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8214C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3931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Conflict Graph (MWIS)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66560" y="3931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8214C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931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Optimal ₹ Financial Bundle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2D2A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SchemeMatch — AI-Powered Conflict-Aware Scholarship Optimizer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773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 — From Tamil Nadu to All of India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D1A3E"/>
          </a:solidFill>
          <a:ln w="12700">
            <a:solidFill>
              <a:srgbClr val="2E2A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52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Declarative JSON Rule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58191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are completely decoupled from runtime logic. Eligibility criteria, income ceilings, community quotas, and conflict edges reside in structured schemas. Adding a new scheme takes under 2 minutes with no code redeployment.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D1A3E"/>
          </a:solidFill>
          <a:ln w="12700">
            <a:solidFill>
              <a:srgbClr val="2E2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52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Automated Gazette Ingestion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58191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cron jobs scrape state welfare bulletins, university notices, and gazettes. LLM extracts candidate criteria with audit confidence tags. High-confidence rules auto-ingest; others route to administrative review.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D1A3E"/>
          </a:solidFill>
          <a:ln w="12700">
            <a:solidFill>
              <a:srgbClr val="2E2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986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State-Agnostic Core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22783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State-specific quotas (e.g. TN BC/MBC/DNC, Karnataka Category-1/2A, Maharashtra VJ/NT) reside entirely in the schema layer. Expanding to Karnataka or Maharashtra requires adding state data files without touching the graph solver.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D1A3E"/>
          </a:solidFill>
          <a:ln w="12700">
            <a:solidFill>
              <a:srgbClr val="2E2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986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Headless API-First Integration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322783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suite of modular REST endpoints (POST /schemes/match, POST /profile/parse). Can be embedded via webhook or micro-frontend into existing government portals like TN e-District, UMANG, or Naan Mudhalvan.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1C1938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51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 Schemes Active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97480" y="42519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1C1938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4251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 min  To Add New Scheme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42519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1C1938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251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REST API Endpoints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42519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1C1938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251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 Offline Resilient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2D2A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SchemeMatch — AI-Powered Conflict-Aware Scholarship Optimizer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773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Impact — Measurable, Immediate, Equitable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D1A3E"/>
          </a:solidFill>
          <a:ln w="12700">
            <a:solidFill>
              <a:srgbClr val="312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₹62,000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Annual Aid Identified per Eligible Student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697480" y="1143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D1A3E"/>
          </a:solidFill>
          <a:ln w="12700">
            <a:solidFill>
              <a:srgbClr val="312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234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88920" y="16276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Rejections from Double-Dipping Conflict Violations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D1A3E"/>
          </a:solidFill>
          <a:ln w="12700">
            <a:solidFill>
              <a:srgbClr val="312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34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&lt;50ms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16276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Deterministic Evaluation of 30+ Schemes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29400" y="1143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D1A3E"/>
          </a:solidFill>
          <a:ln w="12700">
            <a:solidFill>
              <a:srgbClr val="312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234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 sec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16276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Meaningful Render on 3G Connectivity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31720"/>
          <a:ext cx="7680960" cy="219456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18CF8"/>
                          </a:solidFill>
                        </a:rPr>
                        <a:t>EVALUATION CAPABILITY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SCHEMEMATCH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</a:rPr>
                        <a:t>GOVERNMENT PORTAL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</a:rPr>
                        <a:t>CONVENTIONAL AGGREGATORS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Cross-Scheme Conflict Detection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E7B7"/>
                          </a:solidFill>
                        </a:rPr>
                        <a:t>✅ Graph Engine (MWIS)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</a:rPr>
                        <a:t>❌ None (Blind rejection)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</a:rPr>
                        <a:t>❌ None (Simple filter)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Optimal Multi-Scheme Stacking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E7B7"/>
                          </a:solidFill>
                        </a:rPr>
                        <a:t>✅ Maximum-Value Bundle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</a:rPr>
                        <a:t>❌ Flat list only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</a:rPr>
                        <a:t>❌ Unordered cards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Conversational Profile Ingestion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E7B7"/>
                          </a:solidFill>
                        </a:rPr>
                        <a:t>✅ Natural text + Regex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</a:rPr>
                        <a:t>❌ 40+ manual inputs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CD34D"/>
                          </a:solidFill>
                        </a:rPr>
                        <a:t>⚠️ Rigid drop-downs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Offline / Edge Execution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E7B7"/>
                          </a:solidFill>
                        </a:rPr>
                        <a:t>✅ 100% Client Resilient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</a:rPr>
                        <a:t>❌ High server downtime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</a:rPr>
                        <a:t>❌ Server dependent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Deterministic Accuracy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E7B7"/>
                          </a:solidFill>
                        </a:rPr>
                        <a:t>✅ Zero Hallucinations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N/A (Static forms)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</a:rPr>
                        <a:t>❌ Unverified web scrapes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30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2D2A5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SchemeMatch — AI-Powered Conflict-Aware Scholarship Optimizer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773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Technology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1D1A3E"/>
          </a:solidFill>
          <a:ln w="10160">
            <a:solidFill>
              <a:srgbClr val="2B27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TN Adi Dravidar &amp; Tribal Welfare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1490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tnadw.tn.gov.in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7099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Post-Matric SC/ST scholarship guidelines, free education rules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1D1A3E"/>
          </a:solidFill>
          <a:ln w="10160">
            <a:solidFill>
              <a:srgbClr val="2B27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TN BC, MBC &amp; Minorities Welfare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29000" y="1490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bcw.tn.gov.in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29000" y="17099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Post-matric, scholarship &amp; welfare schemes for BC/MBC/DNC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43600" y="114300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1D1A3E"/>
          </a:solidFill>
          <a:ln w="10160">
            <a:solidFill>
              <a:srgbClr val="2B2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National Scholarship Portal (NSP)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1490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scholarships.gov.in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35040" y="17099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sector schemes, "one benefit per fee line" conflict policy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31520" y="237744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1D1A3E"/>
          </a:solidFill>
          <a:ln w="10160">
            <a:solidFill>
              <a:srgbClr val="2B2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AICTE India Official Portal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27249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aicte-india.org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294436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Pragati, Saksham &amp; Swanath scheme criteria and allowances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37560" y="237744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1D1A3E"/>
          </a:solidFill>
          <a:ln w="10160">
            <a:solidFill>
              <a:srgbClr val="2B27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TN State Scheme Beneficiary Registry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27249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tn.gov.in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9000" y="294436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488+ state schemes filtered to higher education welfare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43600" y="237744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1D1A3E"/>
          </a:solidFill>
          <a:ln w="10160">
            <a:solidFill>
              <a:srgbClr val="2B27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DST INSPIRE &amp; UGC CSIR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35040" y="27249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online-inspire.gov.in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35040" y="294436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Scholarships for higher education and national science fellowships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3749040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18143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8221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Technology Stack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HTML5 / CSS3 / ES6+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8892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+ Express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344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Atlas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Auth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43251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OpenRouter LLM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88920" y="43251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MWIS Conflict Graph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43251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Vercel Serverless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37960" y="43251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Actions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2D2A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SchemeMatch — AI-Powered Conflict-Aware Scholarship Optimizer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773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2026-09-14T19:41:46Z</dcterms:created>
  <dcterms:modified xsi:type="dcterms:W3CDTF">2026-09-14T19:41:46Z</dcterms:modified>
</cp:coreProperties>
</file>